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15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C49F"/>
    <a:srgbClr val="3A7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402" y="78"/>
      </p:cViewPr>
      <p:guideLst>
        <p:guide orient="horz" pos="731"/>
        <p:guide pos="15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F2B95-8B47-673A-A80C-7FE9EB6B6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6D310-D8A9-C7C0-C398-79A31F093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151CB-0674-B823-578C-7AA31725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FE436A-C8A8-BF42-5909-377ECF0A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041889-7676-55E0-3798-0E48B668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3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43D70-1AFB-80E8-FFF5-591B4881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9B9B5B-14EB-F013-B448-24ED01B2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A8130-36CD-9674-AF05-0D0290B6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A6932C-EFA4-8183-4FFC-91267EC2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BD7DB-93D9-CA8F-D9E4-C3D6CD32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49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BB1-A13A-66EC-3E74-EFD0F98F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2AF9E5-0DBF-691E-0E17-0636C1B97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FBBC8A-C562-A679-E0A0-5CCDF1A3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DDA57F-2A4A-8B30-2F95-A89EB48E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11F7EA-37F5-10DF-9D2C-4995F230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31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A0491-9E2F-96C4-3AF3-7EEEC61B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BADA31-2013-6495-0E96-A1714D15C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0D2DB0-8B04-1991-96CF-8E89594BF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33965A-4B9A-2C83-33EB-940D630A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93EA21-5CAE-5A70-7489-5353D00C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0B0731-6CB6-F6C2-1F09-AD5CFCC2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549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CF6EC8-92AE-C6B8-86A0-2CBC71E9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9DF2EB-EF5B-9FBC-9B24-6DA19748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8C3176-C2AE-ADC2-0C0A-5D142F051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FB5260-C831-3DA7-ED85-2D72BAD25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A72F65-5D4B-1E8F-9451-45D4D1CB5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DFB4E16-1697-38CE-D0FB-564F2B23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C3C823F-6DA0-564C-5950-EACAAF9C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833A12-CDB4-96B0-20D1-48A025C9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494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36754-4559-1CE1-1005-0B4570E6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18-1734-4C1A-A404-27353004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4427FF-DBDD-9DEE-8360-CE67BFE0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AFE5A2-A06B-08FA-30B2-18BA0C9B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23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94DC12-4792-8151-3C5B-F5BF97AE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7AE65F-6B50-481B-909A-F2736643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45F08E-FA44-886D-4490-336942C9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6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3CE1D-8C04-1483-23F3-307B7A06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8333E8-8768-BAD1-E6C4-545434CD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17B87A-186A-249D-71FC-F6367E02A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642FC3-5E09-6410-3C00-64D924DC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7FD269-419E-0E37-78B5-B781E86D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5F4EB4-0D5F-5976-0BBC-AC330D46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671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C9709-C899-7C0B-953A-7DD7ADE7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C14B954-8A06-757A-6E0A-0179975CB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081588-7A44-A363-EB7C-B925993D1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CE80CD-6B6C-402C-1D25-A3D643D4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DB61B7-9CDE-11A8-A206-7E18470A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E36F48-7CA5-36DE-CD9A-35409459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81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14E67-5CE2-69BE-FF55-3356B620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2F2FCA-2FD9-757D-98F9-26C893965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D16C4C-2DCD-C59D-EC7C-167FC4A8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B56A4B-C307-38ED-1D03-74601DDA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F9376-2005-D654-A8CE-0CB2069D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81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6A072F-FE69-41E7-FF73-1CF99083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FDE012-0DCF-0BF2-B87E-79AF84703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BEE50F-D842-394C-1D67-06026AC9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0D9046-6563-0237-F9EB-DE10D99C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DD4AD-8A53-2A29-2FAC-FDD4CE96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69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E50A3CF-6306-1558-448F-368CD697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1318DD-88E3-E5E5-4369-CD3390519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496966-0504-6FA9-36CB-7A7C66A88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93839-A895-43BF-8272-CAC631F419D2}" type="datetimeFigureOut">
              <a:rPr lang="de-DE" smtClean="0"/>
              <a:t>2025-09-02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96FC09-5F0A-B742-AFD0-85F8EE8A8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47DC85-BCEA-07C1-3EE9-9918DC896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C597A-1C37-4C33-AD26-F7785D56F9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34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DF63CDE6-F2CE-BC5E-DDC7-73D99E21F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73" t="28663" r="3500" b="26224"/>
          <a:stretch>
            <a:fillRect/>
          </a:stretch>
        </p:blipFill>
        <p:spPr>
          <a:xfrm>
            <a:off x="5727642" y="3524274"/>
            <a:ext cx="929891" cy="2435203"/>
          </a:xfrm>
          <a:prstGeom prst="rect">
            <a:avLst/>
          </a:prstGeom>
        </p:spPr>
      </p:pic>
      <p:pic>
        <p:nvPicPr>
          <p:cNvPr id="28" name="Grafik 27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01D31948-0185-250F-24D7-890EC27A6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2" t="7974" r="25534" b="5598"/>
          <a:stretch>
            <a:fillRect/>
          </a:stretch>
        </p:blipFill>
        <p:spPr>
          <a:xfrm>
            <a:off x="2223336" y="1208800"/>
            <a:ext cx="3464116" cy="4665384"/>
          </a:xfrm>
          <a:prstGeom prst="rect">
            <a:avLst/>
          </a:prstGeom>
        </p:spPr>
      </p:pic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029387ED-A2A7-6712-9C22-63A0328C310F}"/>
              </a:ext>
            </a:extLst>
          </p:cNvPr>
          <p:cNvGrpSpPr/>
          <p:nvPr/>
        </p:nvGrpSpPr>
        <p:grpSpPr>
          <a:xfrm>
            <a:off x="2223344" y="1067230"/>
            <a:ext cx="6393916" cy="4295861"/>
            <a:chOff x="2263536" y="1067230"/>
            <a:chExt cx="6393916" cy="4295861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57A4A7C4-E22E-B738-F1AF-5BA7CA997F86}"/>
                </a:ext>
              </a:extLst>
            </p:cNvPr>
            <p:cNvGrpSpPr/>
            <p:nvPr/>
          </p:nvGrpSpPr>
          <p:grpSpPr>
            <a:xfrm>
              <a:off x="4618893" y="1194746"/>
              <a:ext cx="4038559" cy="4168345"/>
              <a:chOff x="4780818" y="1375721"/>
              <a:chExt cx="4038559" cy="4168345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747D1225-F362-7D2F-6F91-01128FD7495B}"/>
                  </a:ext>
                </a:extLst>
              </p:cNvPr>
              <p:cNvGrpSpPr/>
              <p:nvPr/>
            </p:nvGrpSpPr>
            <p:grpSpPr>
              <a:xfrm>
                <a:off x="6697362" y="1375721"/>
                <a:ext cx="2122015" cy="4168345"/>
                <a:chOff x="6680886" y="1276865"/>
                <a:chExt cx="2122015" cy="4168345"/>
              </a:xfrm>
            </p:grpSpPr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C09D7FD9-2EE1-9CAD-7276-61EB212875C4}"/>
                    </a:ext>
                  </a:extLst>
                </p:cNvPr>
                <p:cNvSpPr/>
                <p:nvPr/>
              </p:nvSpPr>
              <p:spPr>
                <a:xfrm>
                  <a:off x="6680886" y="1276865"/>
                  <a:ext cx="2026508" cy="4168345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FC06C48-1563-160C-5A0C-9F40DB3BD1BD}"/>
                    </a:ext>
                  </a:extLst>
                </p:cNvPr>
                <p:cNvSpPr txBox="1"/>
                <p:nvPr/>
              </p:nvSpPr>
              <p:spPr>
                <a:xfrm>
                  <a:off x="7092778" y="1573884"/>
                  <a:ext cx="120272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000" dirty="0" err="1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Grassland</a:t>
                  </a:r>
                  <a:r>
                    <a:rPr lang="de-DE" sz="10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1000" dirty="0" err="1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site</a:t>
                  </a:r>
                  <a:endParaRPr lang="de-DE" sz="10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Rechteck 9">
                  <a:extLst>
                    <a:ext uri="{FF2B5EF4-FFF2-40B4-BE49-F238E27FC236}">
                      <a16:creationId xmlns:a16="http://schemas.microsoft.com/office/drawing/2014/main" id="{C9FCC986-B41A-AAE0-D9F5-E0FBB1E485E3}"/>
                    </a:ext>
                  </a:extLst>
                </p:cNvPr>
                <p:cNvSpPr/>
                <p:nvPr/>
              </p:nvSpPr>
              <p:spPr>
                <a:xfrm rot="16991832">
                  <a:off x="7054042" y="4607534"/>
                  <a:ext cx="828000" cy="2880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" name="Rechteck 10">
                  <a:extLst>
                    <a:ext uri="{FF2B5EF4-FFF2-40B4-BE49-F238E27FC236}">
                      <a16:creationId xmlns:a16="http://schemas.microsoft.com/office/drawing/2014/main" id="{D66913C6-27F4-DB58-26AC-EEA7F7D8A7A7}"/>
                    </a:ext>
                  </a:extLst>
                </p:cNvPr>
                <p:cNvSpPr/>
                <p:nvPr/>
              </p:nvSpPr>
              <p:spPr>
                <a:xfrm rot="16991832">
                  <a:off x="7239834" y="3802213"/>
                  <a:ext cx="828000" cy="2880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2" name="Rechteck 11">
                  <a:extLst>
                    <a:ext uri="{FF2B5EF4-FFF2-40B4-BE49-F238E27FC236}">
                      <a16:creationId xmlns:a16="http://schemas.microsoft.com/office/drawing/2014/main" id="{6D1948D0-D463-EAFD-0D95-B45C9E009C0C}"/>
                    </a:ext>
                  </a:extLst>
                </p:cNvPr>
                <p:cNvSpPr/>
                <p:nvPr/>
              </p:nvSpPr>
              <p:spPr>
                <a:xfrm rot="16991832">
                  <a:off x="7433864" y="2996892"/>
                  <a:ext cx="828000" cy="2880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9B705E89-53C4-B261-601D-37BD92C373F5}"/>
                    </a:ext>
                  </a:extLst>
                </p:cNvPr>
                <p:cNvSpPr/>
                <p:nvPr/>
              </p:nvSpPr>
              <p:spPr>
                <a:xfrm rot="16991832">
                  <a:off x="7619656" y="2191571"/>
                  <a:ext cx="828000" cy="2880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5" name="Gerade Verbindung mit Pfeil 14">
                  <a:extLst>
                    <a:ext uri="{FF2B5EF4-FFF2-40B4-BE49-F238E27FC236}">
                      <a16:creationId xmlns:a16="http://schemas.microsoft.com/office/drawing/2014/main" id="{FD1C52D2-B053-BBA2-DF2D-567BC25FF7DD}"/>
                    </a:ext>
                  </a:extLst>
                </p:cNvPr>
                <p:cNvCxnSpPr/>
                <p:nvPr/>
              </p:nvCxnSpPr>
              <p:spPr>
                <a:xfrm flipH="1">
                  <a:off x="7150443" y="1899629"/>
                  <a:ext cx="697421" cy="313369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485CE28-1296-55DA-58E4-8008D26D8FC3}"/>
                    </a:ext>
                  </a:extLst>
                </p:cNvPr>
                <p:cNvSpPr txBox="1"/>
                <p:nvPr/>
              </p:nvSpPr>
              <p:spPr>
                <a:xfrm rot="16968023">
                  <a:off x="6756286" y="3328668"/>
                  <a:ext cx="1202724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0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Transect</a:t>
                  </a:r>
                  <a: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200 m</a:t>
                  </a: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5AB54B2C-EF4F-E23E-A6B0-84D0E7B3B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38984" y="3623611"/>
                  <a:ext cx="174760" cy="75854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00728B80-52C5-7115-3D9B-25BA8AE11279}"/>
                    </a:ext>
                  </a:extLst>
                </p:cNvPr>
                <p:cNvSpPr txBox="1"/>
                <p:nvPr/>
              </p:nvSpPr>
              <p:spPr>
                <a:xfrm rot="16968023">
                  <a:off x="7498583" y="3927143"/>
                  <a:ext cx="1202724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0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Subransect</a:t>
                  </a:r>
                  <a: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50 m</a:t>
                  </a:r>
                </a:p>
              </p:txBody>
            </p:sp>
            <p:sp>
              <p:nvSpPr>
                <p:cNvPr id="20" name="Rechteck 19">
                  <a:extLst>
                    <a:ext uri="{FF2B5EF4-FFF2-40B4-BE49-F238E27FC236}">
                      <a16:creationId xmlns:a16="http://schemas.microsoft.com/office/drawing/2014/main" id="{77FE04C0-0B9E-B27E-21A1-1DAD19468C80}"/>
                    </a:ext>
                  </a:extLst>
                </p:cNvPr>
                <p:cNvSpPr/>
                <p:nvPr/>
              </p:nvSpPr>
              <p:spPr>
                <a:xfrm rot="16991832">
                  <a:off x="7891169" y="2448909"/>
                  <a:ext cx="180000" cy="1800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" name="Rechteck 20">
                  <a:extLst>
                    <a:ext uri="{FF2B5EF4-FFF2-40B4-BE49-F238E27FC236}">
                      <a16:creationId xmlns:a16="http://schemas.microsoft.com/office/drawing/2014/main" id="{6D570FA1-0DF8-2E60-D581-02555A426477}"/>
                    </a:ext>
                  </a:extLst>
                </p:cNvPr>
                <p:cNvSpPr/>
                <p:nvPr/>
              </p:nvSpPr>
              <p:spPr>
                <a:xfrm rot="16991832">
                  <a:off x="7798548" y="2863395"/>
                  <a:ext cx="180000" cy="1800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" name="Rechteck 21">
                  <a:extLst>
                    <a:ext uri="{FF2B5EF4-FFF2-40B4-BE49-F238E27FC236}">
                      <a16:creationId xmlns:a16="http://schemas.microsoft.com/office/drawing/2014/main" id="{E78AD322-2620-6F43-AA6F-90EF17BA9C04}"/>
                    </a:ext>
                  </a:extLst>
                </p:cNvPr>
                <p:cNvSpPr/>
                <p:nvPr/>
              </p:nvSpPr>
              <p:spPr>
                <a:xfrm rot="16991832">
                  <a:off x="7572701" y="3784899"/>
                  <a:ext cx="180000" cy="1800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" name="Rechteck 22">
                  <a:extLst>
                    <a:ext uri="{FF2B5EF4-FFF2-40B4-BE49-F238E27FC236}">
                      <a16:creationId xmlns:a16="http://schemas.microsoft.com/office/drawing/2014/main" id="{A1E08085-8BD8-33F5-8B7C-8D40699D11DA}"/>
                    </a:ext>
                  </a:extLst>
                </p:cNvPr>
                <p:cNvSpPr/>
                <p:nvPr/>
              </p:nvSpPr>
              <p:spPr>
                <a:xfrm rot="16991832">
                  <a:off x="7396284" y="4573946"/>
                  <a:ext cx="180000" cy="1800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9878EAB-E267-E84A-7F9B-FE9BC33FD787}"/>
                    </a:ext>
                  </a:extLst>
                </p:cNvPr>
                <p:cNvSpPr txBox="1"/>
                <p:nvPr/>
              </p:nvSpPr>
              <p:spPr>
                <a:xfrm>
                  <a:off x="7940449" y="2940817"/>
                  <a:ext cx="862452" cy="553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  <a:b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de-DE" sz="10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survey</a:t>
                  </a:r>
                  <a:b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de-DE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(4 m²)</a:t>
                  </a:r>
                </a:p>
              </p:txBody>
            </p:sp>
          </p:grpSp>
          <p:cxnSp>
            <p:nvCxnSpPr>
              <p:cNvPr id="27" name="Gerade Verbindung mit Pfeil 26">
                <a:extLst>
                  <a:ext uri="{FF2B5EF4-FFF2-40B4-BE49-F238E27FC236}">
                    <a16:creationId xmlns:a16="http://schemas.microsoft.com/office/drawing/2014/main" id="{CF7EB3A3-DFC6-5517-0C44-CB9C04984B48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 flipV="1">
                <a:off x="4780818" y="1986161"/>
                <a:ext cx="2213319" cy="1008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00A6CE6-5775-A52D-9642-6CAA3AC6625B}"/>
                </a:ext>
              </a:extLst>
            </p:cNvPr>
            <p:cNvSpPr txBox="1"/>
            <p:nvPr/>
          </p:nvSpPr>
          <p:spPr>
            <a:xfrm>
              <a:off x="6562398" y="106723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03C2E21A-0EB1-5883-2124-ABF6625FF8F5}"/>
                </a:ext>
              </a:extLst>
            </p:cNvPr>
            <p:cNvSpPr txBox="1"/>
            <p:nvPr/>
          </p:nvSpPr>
          <p:spPr>
            <a:xfrm>
              <a:off x="2263536" y="106723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230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Bauer</dc:creator>
  <cp:lastModifiedBy>Markus Bauer</cp:lastModifiedBy>
  <cp:revision>6</cp:revision>
  <dcterms:created xsi:type="dcterms:W3CDTF">2025-05-20T09:10:47Z</dcterms:created>
  <dcterms:modified xsi:type="dcterms:W3CDTF">2025-09-02T22:24:15Z</dcterms:modified>
</cp:coreProperties>
</file>